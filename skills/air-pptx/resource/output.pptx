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星空地协同的低空航图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快速构建与动态更新技术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383280"/>
            <a:ext cx="13716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课题汇报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牵头单位：</a:t>
            </a:r>
            <a:pPr algn="l" indent="0" marL="0">
              <a:buNone/>
            </a:pPr>
            <a:r>
              <a:rPr lang="en-US" sz="1400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中国科学院空天信息创新研究院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参研单位：</a:t>
            </a:r>
            <a:pPr algn="l" indent="0" marL="0">
              <a:buNone/>
            </a:pPr>
            <a:r>
              <a:rPr lang="en-US" sz="1400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深圳大学、民航数据通信有限责任公司、齐鲁空天信息研究院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2025年7月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研究目标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10972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核心目标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面向低空安全有序飞行对高精度、高可靠、高时效低空航图的迫切需求，开展星空地协同的低空航图快速构建与动态更新技术研究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四大重点突破方向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低空飞行空间信息系统总体设计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320040" cy="3200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低空航图要素分类和基础地理框架构建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320040" cy="3200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低空多模态协同观测与障碍物高精度识别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320040" cy="3200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星空地协同的低空航图构建与快速更新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研究内容概览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五项研究内容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低空飞行空间信息系统总体方案设计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65760" cy="36576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低空航图要素分类及基础地理框架构建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65760" cy="36576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低空多模态协同观测专用载荷集成研发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低空飞行航图细小障碍物高精度自动化提取识别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星空地协同的低空航图高精度构建与快速动态更新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研究内容详解（一）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8288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内容1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低空飞行空间信息系统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总体方案设计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系统总体架构设计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满足高精度、高可靠、高时效需求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18288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内容2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低空航图要素分类及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基础地理框架构建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要素分类体系框架设计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（民航数据通信公司牵头）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基础地理框架构建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（深圳大学牵头）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研究内容详解（二）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内容3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低空多模态协同观测专用载荷集成研发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种数据种类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5cm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24231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最高成像分辨率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1px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943600" y="24231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图像配准精度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926080"/>
            <a:ext cx="73152" cy="13716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内容4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低空飞行航图细小障碍物高精度自动化提取识别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细小障碍物分布无序、尺寸小、变化频率高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现有遥感分辨率不足，单一手段难以探测微弱特征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研究内容详解（三）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22860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内容5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星空地协同的低空航图高精度构建与快速动态更新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核心技术路径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集成轻量化倾斜光学、激光雷达、SAR共轴协同观测技术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"航空高精度基准+卫星广域筛查+近地快速提取"三级立体协同框架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2468880" cy="5486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20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航空高精度基准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3520440"/>
            <a:ext cx="2468880" cy="5486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520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卫星广域筛查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3520440"/>
            <a:ext cx="2468880" cy="5486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3520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近地快速提取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关键技术问题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73736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17373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问题1：低空细小障碍物协同观测与高精度识别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难点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低空障碍物分布无序、尺寸小、变化频率高；现有卫星/航空遥感分辨率不足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解决路径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集成轻量化倾斜光学、激光雷达、SAR共轴协同观测技术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80360"/>
            <a:ext cx="73152" cy="17373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问题2：星空地立体协同的低空航图动态快速更新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难点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尚未形成低空航图快速更新标准体系；传统航图更新周期长，缺乏三维完备感知能力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解决路径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"航空高精度基准+卫星广域筛查+近地快速提取"三级立体协同框架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关键技术点与服务能力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55448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低空细小障碍物协同观测与高精度识别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形成高精度全要素的低空航图构建能力，支撑飞行避障与航路规划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星空地立体协同的低空航图动态快速更新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形成实时响应障碍物变化、实现高密度运营的低空航图快速更新能力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考核指标——标准与载荷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低空航图要素分类体系框架标准规范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64592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2801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5cm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66344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240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最高成像分辨率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089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数据种类（光学倾斜、激光雷达、SAR）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64592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1089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1px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663440" y="3749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4069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图像配准精度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考核指标——航图精度与数据集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航图精度指标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3716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低空航图矢量化语义表征类型（不少于）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13716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10cm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起降区误差（RMS）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13716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30cm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19659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航路区误差（RMS）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数据集指标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651760" cy="13716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低空障碍物检测训练数据集目标类别（≥）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291840"/>
            <a:ext cx="2651760" cy="13716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10万+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291840" y="3886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个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4160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低空障碍物检测训练数据集总标注样本量（≥）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291840"/>
            <a:ext cx="2651760" cy="13716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126480" y="3886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4160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低空障碍物检测训练数据集涵盖数据源（≥）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考核指标——成果产出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56032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学术论文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256032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645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29184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申请发明专利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256032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645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12648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计算机软件著作权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不少于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参研单位分工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07008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中国科学院空天信息创新研究院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牵头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牵头总体方案设计、载荷研发、障碍物提取技术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深圳大学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参与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牵头基础地理框架构建技术研究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18688"/>
            <a:ext cx="457200" cy="45720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民航数据通信有限责任公司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参与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牵头要素分类体系框架设计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224528"/>
            <a:ext cx="457200" cy="457200"/>
          </a:xfrm>
          <a:prstGeom prst="ellipse">
            <a:avLst/>
          </a:prstGeom>
          <a:solidFill>
            <a:srgbClr val="B0AEA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齐鲁空天信息研究院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114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参与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4480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牵头样本库构建技术研究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总结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9144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核心成果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自主可控的低空航图测绘与应用技术及标准体系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57400"/>
            <a:ext cx="73152" cy="9144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关键能力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高精度全要素低空航图构建能力 + 实时响应障碍物变化的快速动态更新能力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三大支撑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2651760" cy="1097280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03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套 标准规范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3657600"/>
            <a:ext cx="2651760" cy="1097280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3703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29184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种 专用载荷数据源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3657600"/>
            <a:ext cx="2651760" cy="1097280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3703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10万+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12648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样本 训练数据集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星空地协同的低空航图快速构建与动态更新技术</dc:title>
  <dc:subject>PptxGenJS Presentation</dc:subject>
  <dc:creator>中国科学院空天信息创新研究院</dc:creator>
  <cp:lastModifiedBy>中国科学院空天信息创新研究院</cp:lastModifiedBy>
  <cp:revision>1</cp:revision>
  <dcterms:created xsi:type="dcterms:W3CDTF">2026-03-21T09:55:19Z</dcterms:created>
  <dcterms:modified xsi:type="dcterms:W3CDTF">2026-03-21T09:55:19Z</dcterms:modified>
</cp:coreProperties>
</file>